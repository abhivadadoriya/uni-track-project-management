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680E88-62F8-43CE-99E2-3A5940A4537E}">
          <p14:sldIdLst>
            <p14:sldId id="256"/>
            <p14:sldId id="277"/>
            <p14:sldId id="278"/>
            <p14:sldId id="279"/>
            <p14:sldId id="280"/>
            <p14:sldId id="281"/>
            <p14:sldId id="282"/>
            <p14:sldId id="283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Abstract" id="{4ABAC926-2FBC-423C-97A8-B3924212A38A}">
          <p14:sldIdLst/>
        </p14:section>
        <p14:section name="Introduction" id="{0A06A5FC-6A5D-4E3C-8E0F-BB462B86387D}">
          <p14:sldIdLst/>
        </p14:section>
        <p14:section name="Literature Review" id="{672E9EF8-7487-4D79-8AEA-EC133F7EC663}">
          <p14:sldIdLst/>
        </p14:section>
        <p14:section name="Research Gap Identification" id="{7ABBB96F-40C4-4C9D-B750-F14269A88DE7}">
          <p14:sldIdLst/>
        </p14:section>
        <p14:section name="Problem Statement" id="{FE3BA508-ED06-4A88-9F63-4ACAC539B8E7}">
          <p14:sldIdLst/>
        </p14:section>
        <p14:section name="Proposed Methodology" id="{CDE82278-5DB3-4184-A7B8-017A2E1183F6}">
          <p14:sldIdLst/>
        </p14:section>
        <p14:section name="Conclusion" id="{F8C2DCB6-5445-4ED4-94A5-5118746B0315}">
          <p14:sldIdLst/>
        </p14:section>
        <p14:section name="Future Work" id="{4D5EAE5B-93D6-42D2-951A-08D02476EFF6}">
          <p14:sldIdLst/>
        </p14:section>
        <p14:section name="References" id="{783E9260-C417-4654-BA5B-A342A540F08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0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7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3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15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9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1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35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9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75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7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A541-74AD-4A70-8AFA-C7ABD81DEF50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98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nnocreeksolution.tech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www.mongodb.com/doc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wt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EDBF-3684-5E17-072D-73719826B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58" y="1619794"/>
            <a:ext cx="9144000" cy="8490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400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Uni-Track Project Management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2165" y="4454039"/>
            <a:ext cx="5017859" cy="1907177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VADADORIYA ABHI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– 220670131051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Prof. BIRENDRASINH ZALA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B65900-A144-040B-CA3E-886B527F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8" y="194422"/>
            <a:ext cx="1793565" cy="1342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3B5C34-1933-D502-76F4-6F8ED557D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193" y="284069"/>
            <a:ext cx="2451847" cy="117143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 txBox="1">
            <a:spLocks/>
          </p:cNvSpPr>
          <p:nvPr/>
        </p:nvSpPr>
        <p:spPr>
          <a:xfrm>
            <a:off x="1355369" y="2793473"/>
            <a:ext cx="9117875" cy="1567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 INSTITUTE OF TECHNOLOGY AND ENGINEERING RESEARCH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51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927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Table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50025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Project Overview &amp; Objectives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Software Requirements Specification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Company Profile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Tools &amp; Technologies Used</a:t>
            </a:r>
          </a:p>
          <a:p>
            <a:pPr marL="342900" indent="196850">
              <a:lnSpc>
                <a:spcPct val="107000"/>
              </a:lnSpc>
              <a:spcAft>
                <a:spcPts val="200"/>
              </a:spcAft>
              <a:buFont typeface="Wingdings" pitchFamily="2" charset="2"/>
              <a:buChar char="ü"/>
            </a:pPr>
            <a:r>
              <a:rPr lang="en-IN" sz="2000" kern="100" dirty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Key Functionalities/Features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Progress Overview</a:t>
            </a:r>
            <a:endParaRPr lang="en-US" sz="2000" kern="100" dirty="0">
              <a:latin typeface="Times New Roman" pitchFamily="18" charset="0"/>
              <a:ea typeface="Aptos" panose="020B0004020202020204" pitchFamily="34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Implementation screen shots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Results &amp; Outcomes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Timeline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of Project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Conclusion &amp; Future Scope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References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1FBE-E5C3-4FD2-A26B-01593D3CA0C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ADB3F-FC99-4429-97A0-3B72BC883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Uni-Track Project Management System is a web-based application developed using the MERN stack (MongoDB, Express.js, React.js, and Node.js). It allows students to submit projects, professors to review them, and administrators to manage users through secure role-based access control. The system implements authentication, CRUD operations, and RESTful APIs to ensure efficient and organized academic project management.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969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7D61A-A744-403C-BEA2-4F8260D0B65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Project Overview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149C-FB27-4702-8CE5-A8FADDEE5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>
              <a:lnSpc>
                <a:spcPct val="110000"/>
              </a:lnSpc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Uni-Track is a platform that allows users to 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projects submission, approval, assign-guide, update, report file manage, deadline indicate, student page , professor page and admin page, status 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work efficiently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Specific focus on Student, Professors and Admin role logic and individual authentication.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 users to Create, Read, Update, and Delete academic project entries through the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frontend interface connected with backend APIs.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React UI with RESTful APIs in Express/Node.js so that data flows correctly and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securely between the user interface and the database.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Make a mobile, tablet and desktop responsive to everyone easily use this.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to handle errors and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feedback loops.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79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6311-CF1F-4C45-8646-84D462F91FE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 Specification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925BE-211C-47CA-B8C9-E4754DED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application designed to manage projects for students, professors, and administrators using the MERN stack (MongoDB, Express.js, React.js &amp; Node.js). It provides role-based access control, project submission, review, and management functionalities.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Roles &amp; Features:</a:t>
            </a: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Admin: Manage projects, student and professor.</a:t>
            </a: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 Create project, request to send professor and submit project.</a:t>
            </a: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Professor: Accept and reject project and request and give deadline and approval.</a:t>
            </a:r>
          </a:p>
          <a:p>
            <a:pPr marL="914400" lvl="2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Pages authentication login and sign-up with forgot and reset password with email authentication.</a:t>
            </a: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 MERN stack and file management using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security with JWT authentication.</a:t>
            </a:r>
          </a:p>
          <a:p>
            <a:pPr lvl="1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54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BCAC8-C64C-4E45-B9F3-AF76F077014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 Specification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9C9F2-0B70-4D24-B467-716B31B29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</a:p>
          <a:p>
            <a:pPr marL="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use JWT authentication and role-based access control for secure sessions.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must be securely hashed with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should respond within acceptable time limits under 200ms for requests.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support multiple concurrent users.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shall be responsive and accessible on desktops, laptops, tablets, and mobiles.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should be intuitive and user-friendly.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91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131E-7C68-445F-BF4A-7A64D103DB7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 Specification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A8F-F883-4742-9693-51301708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Constraints: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as the database.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and Node.js for backend.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for frontend development.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Requirements: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must be transmitted via HTTPS for encryption.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28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1827-8B0F-4A36-BA02-0A639818BD4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Company Profile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78D70-9861-4DB0-90E9-DDC4F2E24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Innocreek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Website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https://innocreeksolution.tech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C2-610, Pragati IT Park,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Varachha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Surat, Gujarat - 394101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:- 91578 93772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IT Services &amp; Software Development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Innocreek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is an IT services company based in Surat that focuses on developing modern digital solutions for startups and small businesses like Web Application Development, Mobile App Development, UI/UX Design, Backend &amp; API Development and Software Maintenance and 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7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714D-4343-4762-BE03-77FAB423B44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&amp; Technologies Used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BC33A-8ED3-4849-A29B-C6BC34367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CB125-887C-4850-A954-EBC78BFC1A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 system:-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35E77-F3FA-43BA-9A87-C452E0192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E88EFD-C3CF-47EF-B91C-F813EF87CEA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Tailwind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Express.js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</a:t>
            </a:r>
          </a:p>
        </p:txBody>
      </p:sp>
    </p:spTree>
    <p:extLst>
      <p:ext uri="{BB962C8B-B14F-4D97-AF65-F5344CB8AC3E}">
        <p14:creationId xmlns:p14="http://schemas.microsoft.com/office/powerpoint/2010/main" val="3445233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C51DC-14CC-41BB-8D6D-E95ADE495EA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&amp; 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5D45-0E7A-46F9-8F99-949A579737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kern="100" dirty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Key Functionalities:</a:t>
            </a:r>
          </a:p>
          <a:p>
            <a:pPr marL="0" indent="0">
              <a:buNone/>
            </a:pPr>
            <a:endParaRPr lang="en-IN" sz="2800" b="1" kern="100" dirty="0">
              <a:latin typeface="Times New Roman" pitchFamily="18" charset="0"/>
              <a:ea typeface="Aptos" panose="020B0004020202020204" pitchFamily="34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➢User registration and login.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Create and submit final year project details,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Project title, description, Technology stack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View project status (Pending / Approved /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Rejected)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View feedback or remarks given by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professor/admin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E48E7-F7AC-486A-920C-6A266C609F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➢Admin authentication and dashboard access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➢Assign professors to student projects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➢Manage all project records in the system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➢Control roles and permissions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➢Maintain system data and ensure security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• Manage users (students and professors)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Add, update, delete user accounts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552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5EB6-D3EE-4747-8246-71FB7CD5420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&amp; 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00AF3-C099-4D71-AC7C-2B31E53DB6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Professors Module:-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➢Secure login with professor credentials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➢View list of assigned student projects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➢Review project details submitted by students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➢Approve or reject project proposals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➢Provide feedback, comments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➢Monitor project progress and updates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➢View reports or ppt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69792-F8F2-4743-A68D-35F86979B2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Features:-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project submissions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project status (Pending / Approved / Rejected)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proposals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 integration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(Student, Professor, Admin)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AFA7-4B79-42E5-8AAA-420D2CB3491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Progress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594EA-3533-457E-803F-6F27760FF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description about Completed Phases: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Requirements gathering and design.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Frontend and backend setup.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Authentication created.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Admin page to create manage students and manage professor.</a:t>
            </a:r>
          </a:p>
        </p:txBody>
      </p:sp>
    </p:spTree>
    <p:extLst>
      <p:ext uri="{BB962C8B-B14F-4D97-AF65-F5344CB8AC3E}">
        <p14:creationId xmlns:p14="http://schemas.microsoft.com/office/powerpoint/2010/main" val="1643160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73A8-BD1A-40C7-A4D7-6B07A95A744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Implementation screen shots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732E0A-2027-48AE-9357-317860ECE0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5318"/>
            <a:ext cx="5334000" cy="291195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69E2C-D7B5-4CB6-B485-A704492717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page:-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the landing page of the website that provides an overview of the admin page, including logout, profile, manage student, manage professor, assign supervisor, deadline and projects</a:t>
            </a:r>
          </a:p>
        </p:txBody>
      </p:sp>
    </p:spTree>
    <p:extLst>
      <p:ext uri="{BB962C8B-B14F-4D97-AF65-F5344CB8AC3E}">
        <p14:creationId xmlns:p14="http://schemas.microsoft.com/office/powerpoint/2010/main" val="983552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9FBA-7FA2-4598-AF5B-47C34594169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Implementation screen shots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73B1D-45EB-43E3-9689-C795067CF5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:- 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allows users to log in with according to their role including email and password and secure authentication.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8A15EA4-3F29-4948-84B8-39F3A178E3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421" y="1825625"/>
            <a:ext cx="3185158" cy="4351338"/>
          </a:xfrm>
        </p:spPr>
      </p:pic>
    </p:spTree>
    <p:extLst>
      <p:ext uri="{BB962C8B-B14F-4D97-AF65-F5344CB8AC3E}">
        <p14:creationId xmlns:p14="http://schemas.microsoft.com/office/powerpoint/2010/main" val="1997822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0EE8-A0E6-4742-B414-579AFA43BE0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Implementation screen shots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03008E-239B-467D-9D17-14F2DBDD21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2522657" cy="3302187"/>
          </a:xfr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654F7D2-6340-4AC8-B926-F0327D3159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Forgot and Reset Password: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who forgot their password can use this page to request a reset link. It ensures security by verifying the registered email and link share via mail.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38F70B-AC06-4CB9-9148-96D335477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261" y="1825625"/>
            <a:ext cx="2766939" cy="330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76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2BDB-1E28-4D04-8BAF-D1FC59C96C3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Implementation screen shots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D1D400-B771-4BE7-9E87-D50A437CE0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3210"/>
            <a:ext cx="5181600" cy="291616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364E5-0B38-485A-99E8-1C5FC6C0F6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students:-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used to manage total student, completed projects, unassign student, filter option, departments, student list, status, action edit and delete.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971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82FE-8426-4A05-A124-21E8F42572E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Implementation screen shots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2CFF8D-B231-4FE8-AA38-67497F45F2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5" y="1825625"/>
            <a:ext cx="2779059" cy="350854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94169-F20D-414A-B94E-6C89C6B95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153" y="1825625"/>
            <a:ext cx="5042646" cy="435133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student and Edit student: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to we add new student with their name, email, password, and department.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edit student we update student with their full name , email and department.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36383A-A5B3-4F6C-BB66-499D608CA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764" y="1731885"/>
            <a:ext cx="2949389" cy="341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8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A900-BFBC-4DC3-AE58-37BBBAE2850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Implementation screen shots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D812D0-16FA-462D-B364-D4F2A6663D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65" y="2268466"/>
            <a:ext cx="5181600" cy="294570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ABC01-6DB4-43C4-9BA0-68A332DE67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Professor: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section we manage professor with total professor count, assign students, department, filter, show professor list, edit and delete option is their to modify.</a:t>
            </a:r>
          </a:p>
        </p:txBody>
      </p:sp>
    </p:spTree>
    <p:extLst>
      <p:ext uri="{BB962C8B-B14F-4D97-AF65-F5344CB8AC3E}">
        <p14:creationId xmlns:p14="http://schemas.microsoft.com/office/powerpoint/2010/main" val="1199910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99EB-F99C-4C9D-AA79-14B3166E822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Implementation screen shots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83FCD2-A85B-423F-88E1-FC3346C1F5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43" y="1825625"/>
            <a:ext cx="2788024" cy="327529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779F9-01FF-4644-9440-9849566F68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Professor and Edit Professor: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to we add new professor with their name, email, password, and department, expertise and max students.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edit professor we update professor with their full name , email and department, expertise and max students length.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59C3D1-A1EA-4D76-BBDE-DD814FCA7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306" y="1960562"/>
            <a:ext cx="2447365" cy="30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84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81D7-D0A5-4937-812B-9217634A117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Results &amp;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ADF0D-5702-44B0-AAF3-F6C70E55B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successfully developed using the MERN stack (MongoDB, Express.js, React.js, Node.js)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for project management were implemented and tested successfully.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provided a responsive and user-friendly interface.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APIs successfully communicated with the frontend and database without errors.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secure authentication and authorization using JWT and password hashing.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problem-solving and debugging skills during development.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knowledge of database schema design using MongoDB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873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2D1D-9CB0-4915-B01F-52FE644200A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Timeline of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35BED-8B8F-47C9-8A5E-EBE2C68D2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of project: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1-2: Revise and understand the programming fundamental.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3-4: Got project definition and create abstract and overview.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5-6: Create frontend part with authentication.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7-8: Setup backend and revise the concept of node and express and start backend coding with frontend.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9-10: Complete fronted with 80% backend.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11: Complete backend and testing and debugging.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12: Deployment</a:t>
            </a:r>
          </a:p>
        </p:txBody>
      </p:sp>
    </p:spTree>
    <p:extLst>
      <p:ext uri="{BB962C8B-B14F-4D97-AF65-F5344CB8AC3E}">
        <p14:creationId xmlns:p14="http://schemas.microsoft.com/office/powerpoint/2010/main" val="4183202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3737-655B-456F-95CC-C559AAE18EC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Conclusion &amp; 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B0706-ACC0-4F33-869E-E276C2E7C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on cloud platforms like AWS or Azure for real-world institutional use.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messaging feature for communication between students and professors.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Android/iOS mobile app for easier access.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Uni-Track Project Management was successfully developed using the MERN stack. The system provides secure authentication, role-based access control, and efficient project management features for students, professors, and administrators. It simplifies academic project handling by replacing manual processes with a structured digital platform. The project demonstrates practical implementation.</a:t>
            </a:r>
            <a:endParaRPr lang="en-I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50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E89B-A3B8-4CE2-A5E2-971A6D0A55B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References 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85C47-CDF7-4133-A05D-511A549A3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Official Documentation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https://www.mongodb.com/docs/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Official Documentation:-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Web Token (JWT) Introduction:-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https://jwt.io/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Documentation:- https://tailwindcss.com/docs/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https://pmms.gtu.ac.in/GTULoginPage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Engineering:- https://de.gtu.ac.in/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86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16108</TotalTime>
  <Words>1539</Words>
  <Application>Microsoft Office PowerPoint</Application>
  <PresentationFormat>Widescreen</PresentationFormat>
  <Paragraphs>214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2013 - 2022 Theme</vt:lpstr>
      <vt:lpstr>Uni-Track Project Management</vt:lpstr>
      <vt:lpstr>Table of Content</vt:lpstr>
      <vt:lpstr>ABSTRACT</vt:lpstr>
      <vt:lpstr>Project Overview &amp; Objectives</vt:lpstr>
      <vt:lpstr>Software Requirements Specification</vt:lpstr>
      <vt:lpstr>Software Requirements Specification</vt:lpstr>
      <vt:lpstr>Software Requirements Specification</vt:lpstr>
      <vt:lpstr>Company Profile</vt:lpstr>
      <vt:lpstr>Tools &amp; Technologies Used</vt:lpstr>
      <vt:lpstr>Tools &amp; Technologies Used</vt:lpstr>
      <vt:lpstr>Tools &amp; Technologies Used</vt:lpstr>
      <vt:lpstr>Progress Overview</vt:lpstr>
      <vt:lpstr>Implementation screen shots</vt:lpstr>
      <vt:lpstr>Implementation screen shots</vt:lpstr>
      <vt:lpstr>Implementation screen shots</vt:lpstr>
      <vt:lpstr>Implementation screen shots</vt:lpstr>
      <vt:lpstr>Implementation screen shots</vt:lpstr>
      <vt:lpstr>Implementation screen shots</vt:lpstr>
      <vt:lpstr>Implementation screen shots</vt:lpstr>
      <vt:lpstr>Results &amp; Outcomes</vt:lpstr>
      <vt:lpstr>Timeline of Project</vt:lpstr>
      <vt:lpstr>Conclusion &amp; Future Scope</vt:lpstr>
      <vt:lpstr>References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Multi-Step Approach for Plant Disease Identification Using Neutral Network</dc:title>
  <dc:creator>smita upadhyay</dc:creator>
  <cp:lastModifiedBy>Abhi Vadadoriya</cp:lastModifiedBy>
  <cp:revision>105</cp:revision>
  <dcterms:created xsi:type="dcterms:W3CDTF">2023-10-26T06:29:37Z</dcterms:created>
  <dcterms:modified xsi:type="dcterms:W3CDTF">2026-03-07T04:48:51Z</dcterms:modified>
</cp:coreProperties>
</file>